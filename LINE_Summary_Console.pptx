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E4A66">
              <a:alpha val="60000"/>
            </a:srgbClr>
          </a:solidFill>
          <a:ln w="12700">
            <a:solidFill>
              <a:srgbClr val="0E4A6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1A7A42">
              <a:alpha val="45000"/>
            </a:srgbClr>
          </a:solidFill>
          <a:ln w="12700">
            <a:solidFill>
              <a:srgbClr val="1A7A42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02920"/>
            <a:ext cx="1005840" cy="10058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2179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Summary Console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LINEのやり取りを AI で自動整理・共有する業務支援アプリ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1828800" cy="420624"/>
          </a:xfrm>
          <a:prstGeom prst="rect">
            <a:avLst/>
          </a:prstGeom>
          <a:solidFill>
            <a:srgbClr val="173247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657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自動要約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3657600"/>
            <a:ext cx="1828800" cy="420624"/>
          </a:xfrm>
          <a:prstGeom prst="rect">
            <a:avLst/>
          </a:prstGeom>
          <a:solidFill>
            <a:srgbClr val="173247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06040" y="3657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Googleカレンダー連携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3657600"/>
            <a:ext cx="1828800" cy="420624"/>
          </a:xfrm>
          <a:prstGeom prst="rect">
            <a:avLst/>
          </a:prstGeom>
          <a:solidFill>
            <a:srgbClr val="173247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657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 Q&amp;A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37960" y="3657600"/>
            <a:ext cx="1828800" cy="420624"/>
          </a:xfrm>
          <a:prstGeom prst="rect">
            <a:avLst/>
          </a:prstGeom>
          <a:solidFill>
            <a:srgbClr val="173247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3657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一元管理ダッシュボード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 ·  Deno Edge Functions  ·  Groq AI  ·  Google Calendar API  ·  LINE Messaging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1320"/>
          </a:solidFill>
          <a:ln w="12700">
            <a:solidFill>
              <a:srgbClr val="0613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10058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解決する課題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93192" y="123444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234440"/>
            <a:ext cx="2560320" cy="64008"/>
          </a:xfrm>
          <a:prstGeom prst="rect">
            <a:avLst/>
          </a:prstGeom>
          <a:solidFill>
            <a:srgbClr val="FFD17E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417320"/>
            <a:ext cx="2304288" cy="292608"/>
          </a:xfrm>
          <a:prstGeom prst="rect">
            <a:avLst/>
          </a:prstGeom>
          <a:solidFill>
            <a:srgbClr val="FFEECC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173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情報の見落とし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43584" y="1856232"/>
            <a:ext cx="859536" cy="859536"/>
          </a:xfrm>
          <a:prstGeom prst="ellipse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1993392"/>
            <a:ext cx="585216" cy="5852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8346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重要な連絡が流れてしまう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338328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LINEの膨大なメッセージに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大切なお知らせが埋もれ、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見落としが頻発する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163824" y="123444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63824" y="1234440"/>
            <a:ext cx="2560320" cy="64008"/>
          </a:xfrm>
          <a:prstGeom prst="rect">
            <a:avLst/>
          </a:prstGeom>
          <a:solidFill>
            <a:srgbClr val="FFD17E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1417320"/>
            <a:ext cx="2304288" cy="292608"/>
          </a:xfrm>
          <a:prstGeom prst="rect">
            <a:avLst/>
          </a:prstGeom>
          <a:solidFill>
            <a:srgbClr val="FFEECC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14173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手作業の非効率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014216" y="1856232"/>
            <a:ext cx="859536" cy="859536"/>
          </a:xfrm>
          <a:prstGeom prst="ellipse">
            <a:avLst/>
          </a:prstGeom>
          <a:solidFill>
            <a:srgbClr val="0A3D60"/>
          </a:solidFill>
          <a:ln w="12700">
            <a:solidFill>
              <a:srgbClr val="0A3D6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993392"/>
            <a:ext cx="585216" cy="5852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73552" y="28346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予定の手入力が二度手間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273552" y="338328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チャットに書かれた日程を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手動でカレンダーへ転記。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転記ミスや漏れが起きる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934456" y="123444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934456" y="1234440"/>
            <a:ext cx="2560320" cy="64008"/>
          </a:xfrm>
          <a:prstGeom prst="rect">
            <a:avLst/>
          </a:prstGeom>
          <a:solidFill>
            <a:srgbClr val="FFD17E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62472" y="1417320"/>
            <a:ext cx="2304288" cy="292608"/>
          </a:xfrm>
          <a:prstGeom prst="rect">
            <a:avLst/>
          </a:prstGeom>
          <a:solidFill>
            <a:srgbClr val="FFEECC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62472" y="14173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情報検索の困難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784848" y="1856232"/>
            <a:ext cx="859536" cy="859536"/>
          </a:xfrm>
          <a:prstGeom prst="ellipse">
            <a:avLst/>
          </a:prstGeom>
          <a:solidFill>
            <a:srgbClr val="1A3A30"/>
          </a:solidFill>
          <a:ln w="12700">
            <a:solidFill>
              <a:srgbClr val="1A3A3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1993392"/>
            <a:ext cx="585216" cy="5852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44184" y="28346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過去の情報が探せない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044184" y="338328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「あの件どこに書いてたっけ？」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過去のやり取りを遡るだけで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何分もかかってしまう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393192" y="4617720"/>
            <a:ext cx="8357616" cy="475488"/>
          </a:xfrm>
          <a:prstGeom prst="rect">
            <a:avLst/>
          </a:prstGeom>
          <a:solidFill>
            <a:srgbClr val="061320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9160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60120" y="461772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Summary Console がこれら3つの課題をすべて自動で解決します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システム全体像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1417320" cy="2011680"/>
          </a:xfrm>
          <a:prstGeom prst="rect">
            <a:avLst/>
          </a:prstGeom>
          <a:solidFill>
            <a:srgbClr val="06A541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1417320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2103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" y="2514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グループ/個人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メッセージ受信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636776" y="2203704"/>
            <a:ext cx="18288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05740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03120" y="1234440"/>
            <a:ext cx="1417320" cy="20116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028" y="1417320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03120" y="2103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148840" y="2514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メッセージを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安全に蓄積・管理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557016" y="2203704"/>
            <a:ext cx="18288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057400"/>
            <a:ext cx="365760" cy="3657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023360" y="1234440"/>
            <a:ext cx="1417320" cy="2011680"/>
          </a:xfrm>
          <a:prstGeom prst="rect">
            <a:avLst/>
          </a:prstGeom>
          <a:solidFill>
            <a:srgbClr val="4A2080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268" y="1417320"/>
            <a:ext cx="603504" cy="6035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023360" y="2103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069080" y="2514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LLMが内容を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解析・要約・意図抽出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5477256" y="2203704"/>
            <a:ext cx="18288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984" y="2057400"/>
            <a:ext cx="36576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943600" y="1234440"/>
            <a:ext cx="1417320" cy="2011680"/>
          </a:xfrm>
          <a:prstGeom prst="rect">
            <a:avLst/>
          </a:prstGeom>
          <a:solidFill>
            <a:srgbClr val="0A4A7A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508" y="1417320"/>
            <a:ext cx="603504" cy="60350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943600" y="2103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5989320" y="2514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予定を自動登録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翌日通知も配信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7397496" y="2203704"/>
            <a:ext cx="18288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7224" y="2057400"/>
            <a:ext cx="365760" cy="36576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863840" y="1234440"/>
            <a:ext cx="1417320" cy="2011680"/>
          </a:xfrm>
          <a:prstGeom prst="rect">
            <a:avLst/>
          </a:prstGeom>
          <a:solidFill>
            <a:srgbClr val="06A541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0748" y="1417320"/>
            <a:ext cx="603504" cy="60350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863840" y="2103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LINE返信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7909560" y="2514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要約・予定・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Q&amp;A回答を送信</a:t>
            </a:r>
            <a:endParaRPr lang="en-US" sz="1050" dirty="0"/>
          </a:p>
        </p:txBody>
      </p:sp>
      <p:sp>
        <p:nvSpPr>
          <p:cNvPr id="33" name="Shape 22"/>
          <p:cNvSpPr/>
          <p:nvPr/>
        </p:nvSpPr>
        <p:spPr>
          <a:xfrm>
            <a:off x="182880" y="3429000"/>
            <a:ext cx="3200400" cy="420624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182880" y="34290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 →  署名検証 (HMAC-SHA256)  →  DB保存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3520440" y="3429000"/>
            <a:ext cx="5257800" cy="420624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3520440" y="3429000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pg_cron (毎時起動)  →  未処理メッセージ取得  →  Groq API で要約生成</a:t>
            </a:r>
            <a:endParaRPr lang="en-US" sz="1050" dirty="0"/>
          </a:p>
        </p:txBody>
      </p:sp>
      <p:sp>
        <p:nvSpPr>
          <p:cNvPr id="37" name="Shape 26"/>
          <p:cNvSpPr/>
          <p:nvPr/>
        </p:nvSpPr>
        <p:spPr>
          <a:xfrm>
            <a:off x="182880" y="4023360"/>
            <a:ext cx="8778240" cy="91440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160520"/>
            <a:ext cx="457200" cy="45720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68680" y="4041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管理ダッシュボード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868680" y="444398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配信時刻設定  ·  ルーム別 ON/OFF  ·  要約モード  ·  翌日予定通知  ·  配信ログ閲覧  ·  トークン管理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AI 自動要約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3017520" cy="36118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ベースの高速推論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で自然な日本語要約を生成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143000"/>
            <a:ext cx="5394960" cy="804672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143000"/>
            <a:ext cx="64008" cy="804672"/>
          </a:xfrm>
          <a:prstGeom prst="rect">
            <a:avLst/>
          </a:prstGeom>
          <a:solidFill>
            <a:srgbClr val="FFD17E"/>
          </a:solidFill>
          <a:ln w="12700">
            <a:solidFill>
              <a:srgbClr val="FFD17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による高速AI要約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14800" y="150876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未処理メッセージを収集し、LLaMAモデルが自然な日本語でチームに必要な情報だけを抽出・要約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29000" y="2057400"/>
            <a:ext cx="5394960" cy="804672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29000" y="2057400"/>
            <a:ext cx="64008" cy="804672"/>
          </a:xfrm>
          <a:prstGeom prst="rect">
            <a:avLst/>
          </a:prstGeom>
          <a:solidFill>
            <a:srgbClr val="57D8FF"/>
          </a:solidFill>
          <a:ln w="12700">
            <a:solidFill>
              <a:srgbClr val="57D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48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配信時刻をフレキシブルに設定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14800" y="242316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例）12時・17時・23時の3回配信。pg_cronが毎時起動し、設定時刻に一致すれば自動配信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429000" y="2971800"/>
            <a:ext cx="5394960" cy="804672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29000" y="2971800"/>
            <a:ext cx="64008" cy="80467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31546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11480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2種類の要約モード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114800" y="333756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①各回独立で要約（従来型）/ ②1日の最終配信のみ当日全体をまとめて要約（daily rollup）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429000" y="3886200"/>
            <a:ext cx="5394960" cy="804672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886200"/>
            <a:ext cx="64008" cy="804672"/>
          </a:xfrm>
          <a:prstGeom prst="rect">
            <a:avLst/>
          </a:prstGeom>
          <a:solidFill>
            <a:srgbClr val="9BBFCF"/>
          </a:solidFill>
          <a:ln w="12700">
            <a:solidFill>
              <a:srgbClr val="9BBFC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40690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148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メッセージ消去タイミングも選択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14800" y="425196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「配信成功ごとに消去」または「1日の最終配信後に一括消去」の2方式から運用に合わせて選択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57D8FF"/>
          </a:solidFill>
          <a:ln w="12700">
            <a:solidFill>
              <a:srgbClr val="57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Google Calendar 自動連携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3017520" cy="36118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7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認証で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安全・自動に予定を登録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9000" y="11430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AIによる予定検出 — 信頼度スコアで 3段階に自動振り分け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9000" y="1554480"/>
            <a:ext cx="5394960" cy="694944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554480"/>
            <a:ext cx="64008" cy="69494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664208"/>
            <a:ext cx="731520" cy="475488"/>
          </a:xfrm>
          <a:prstGeom prst="rect">
            <a:avLst/>
          </a:prstGeom>
          <a:solidFill>
            <a:srgbClr val="0A1A28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47872" y="166420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82%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70832" y="1581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高信頼度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70832" y="1847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自動登録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AI判断でカレンダーに即座に登録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29000" y="2359152"/>
            <a:ext cx="5394960" cy="694944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29000" y="2359152"/>
            <a:ext cx="64008" cy="694944"/>
          </a:xfrm>
          <a:prstGeom prst="rect">
            <a:avLst/>
          </a:prstGeom>
          <a:solidFill>
            <a:srgbClr val="FFD17E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47872" y="2468880"/>
            <a:ext cx="731520" cy="475488"/>
          </a:xfrm>
          <a:prstGeom prst="rect">
            <a:avLst/>
          </a:prstGeom>
          <a:solidFill>
            <a:srgbClr val="0A1A28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47872" y="24688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68–81%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70832" y="2386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中信頼度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70832" y="2651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確認プロンプト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「この予定を登録しますか？」と確認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29000" y="3163824"/>
            <a:ext cx="5394960" cy="694944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29000" y="3163824"/>
            <a:ext cx="64008" cy="694944"/>
          </a:xfrm>
          <a:prstGeom prst="rect">
            <a:avLst/>
          </a:prstGeom>
          <a:solidFill>
            <a:srgbClr val="FF7C9F"/>
          </a:solidFill>
          <a:ln w="12700">
            <a:solidFill>
              <a:srgbClr val="FF7C9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47872" y="3273552"/>
            <a:ext cx="731520" cy="475488"/>
          </a:xfrm>
          <a:prstGeom prst="rect">
            <a:avLst/>
          </a:prstGeom>
          <a:solidFill>
            <a:srgbClr val="0A1A28"/>
          </a:solidFill>
          <a:ln w="12700">
            <a:solidFill>
              <a:srgbClr val="FF7C9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47872" y="327355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68%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370832" y="3191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低信頼度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70832" y="3456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スキップ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通常メッセージとして保存のみ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429000" y="4032504"/>
            <a:ext cx="5394960" cy="768096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29000" y="4032504"/>
            <a:ext cx="64008" cy="768096"/>
          </a:xfrm>
          <a:prstGeom prst="rect">
            <a:avLst/>
          </a:prstGeom>
          <a:solidFill>
            <a:srgbClr val="57D8FF"/>
          </a:solidFill>
          <a:ln w="12700">
            <a:solidFill>
              <a:srgbClr val="57D8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66160" y="40599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カレンダー照会スコープ（10種）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566160" y="4352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 / 明日 / 今週 / 来週 / 指定日 / 今月 / 来月 / 年月指定 / 年間 / 今後30日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8EEBC6"/>
          </a:solidFill>
          <a:ln w="12700">
            <a:solidFill>
              <a:srgbClr val="8EEB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自然言語での質問応答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3017520" cy="36118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8E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ユーザーの質問文をGroq AIが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意図解析し、カレンダーから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最適な情報を返答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429000" y="11430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LINEに直接質問するだけ — フォーム不要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438912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1508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今月の予定を教えて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29000" y="1911096"/>
            <a:ext cx="5349240" cy="530352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1911096"/>
            <a:ext cx="5349240" cy="5303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</a:t>
            </a:r>
            <a:pPr indent="0" marL="0">
              <a:buNone/>
            </a:pPr>
            <a:r>
              <a:rPr lang="en-US" sz="1150" dirty="0">
                <a:solidFill>
                  <a:srgbClr val="C0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4月は3件の予定があります。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0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 定例MTG  /  4/20 納品日  /  4/28 懇親会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89120" y="2514600"/>
            <a:ext cx="438912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25146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来週のミーティングは？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29000" y="2916936"/>
            <a:ext cx="5349240" cy="530352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29000" y="2916936"/>
            <a:ext cx="5349240" cy="5303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</a:t>
            </a:r>
            <a:pPr indent="0" marL="0">
              <a:buNone/>
            </a:pPr>
            <a:r>
              <a:rPr lang="en-US" sz="1150" dirty="0">
                <a:solidFill>
                  <a:srgbClr val="C0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来週のMTG（meeting / 会議 / 打ち合わせ）：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0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 14:00  〇〇商談（1件）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89120" y="3520440"/>
            <a:ext cx="438912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0" y="3520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今日の予定は？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429000" y="3922776"/>
            <a:ext cx="5349240" cy="530352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00" y="3922776"/>
            <a:ext cx="5349240" cy="5303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</a:t>
            </a:r>
            <a:pPr indent="0" marL="0">
              <a:buNone/>
            </a:pPr>
            <a:r>
              <a:rPr lang="en-US" sz="1150" dirty="0">
                <a:solidFill>
                  <a:srgbClr val="C0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本日 4/7 の予定は登録されていません。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429000" y="4544568"/>
            <a:ext cx="5394960" cy="475488"/>
          </a:xfrm>
          <a:prstGeom prst="rect">
            <a:avLst/>
          </a:prstGeom>
          <a:solidFill>
            <a:srgbClr val="1A5C3A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29000" y="4544568"/>
            <a:ext cx="53949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類義語対応：ミーティング / meeting / 会議 / 打ち合わせ / 商談 / mtg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57D8FF"/>
          </a:solidFill>
          <a:ln w="12700">
            <a:solidFill>
              <a:srgbClr val="57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一元管理ダッシュボード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15568"/>
            <a:ext cx="4206240" cy="10972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15568"/>
            <a:ext cx="64008" cy="1097280"/>
          </a:xfrm>
          <a:prstGeom prst="rect">
            <a:avLst/>
          </a:prstGeom>
          <a:solidFill>
            <a:srgbClr val="FFD17E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35024"/>
            <a:ext cx="640080" cy="640080"/>
          </a:xfrm>
          <a:prstGeom prst="ellipse">
            <a:avLst/>
          </a:prstGeom>
          <a:solidFill>
            <a:srgbClr val="061320"/>
          </a:solidFill>
          <a:ln w="12700">
            <a:solidFill>
              <a:srgbClr val="FFD17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8988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2070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全体設定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1554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配信の有効化・無効化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配信時刻を複数時間指定（例: 12, 17, 23時）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90288" y="1115568"/>
            <a:ext cx="4206240" cy="10972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1115568"/>
            <a:ext cx="64008" cy="109728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1335024"/>
            <a:ext cx="640080" cy="640080"/>
          </a:xfrm>
          <a:prstGeom prst="ellipse">
            <a:avLst/>
          </a:prstGeom>
          <a:solidFill>
            <a:srgbClr val="061320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389888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50408" y="12070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ルーム別設定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50408" y="1554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複数LINEグループを個別管理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時刻・ON/OFF・要約モードをルームごとに上書き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182880" y="2359152"/>
            <a:ext cx="4206240" cy="10972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82880" y="2359152"/>
            <a:ext cx="64008" cy="1097280"/>
          </a:xfrm>
          <a:prstGeom prst="rect">
            <a:avLst/>
          </a:prstGeom>
          <a:solidFill>
            <a:srgbClr val="57D8FF"/>
          </a:solidFill>
          <a:ln w="12700">
            <a:solidFill>
              <a:srgbClr val="57D8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47472" y="2578608"/>
            <a:ext cx="640080" cy="640080"/>
          </a:xfrm>
          <a:prstGeom prst="ellipse">
            <a:avLst/>
          </a:prstGeom>
          <a:solidFill>
            <a:srgbClr val="061320"/>
          </a:solidFill>
          <a:ln w="12700">
            <a:solidFill>
              <a:srgbClr val="57D8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33472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要約モード設定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43000" y="279806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①各回独立要約（従来）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②最終配信のみ1日まとめ（daily rollup）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590288" y="2359152"/>
            <a:ext cx="4206240" cy="10972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90288" y="2359152"/>
            <a:ext cx="64008" cy="1097280"/>
          </a:xfrm>
          <a:prstGeom prst="rect">
            <a:avLst/>
          </a:prstGeom>
          <a:solidFill>
            <a:srgbClr val="FFD17E"/>
          </a:solidFill>
          <a:ln w="12700">
            <a:solidFill>
              <a:srgbClr val="FFD17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54880" y="2578608"/>
            <a:ext cx="640080" cy="640080"/>
          </a:xfrm>
          <a:prstGeom prst="ellipse">
            <a:avLst/>
          </a:prstGeom>
          <a:solidFill>
            <a:srgbClr val="061320"/>
          </a:solidFill>
          <a:ln w="12700">
            <a:solidFill>
              <a:srgbClr val="FFD17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633472"/>
            <a:ext cx="512064" cy="5120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50408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翌日予定通知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550408" y="279806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毎夜、翌日のGoogleカレンダー予定を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LINEに自動リマインド（時刻・件数・条件も設定可）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182880" y="3602736"/>
            <a:ext cx="4206240" cy="10972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82880" y="3602736"/>
            <a:ext cx="64008" cy="1097280"/>
          </a:xfrm>
          <a:prstGeom prst="rect">
            <a:avLst/>
          </a:prstGeom>
          <a:solidFill>
            <a:srgbClr val="9BBFCF"/>
          </a:solidFill>
          <a:ln w="12700">
            <a:solidFill>
              <a:srgbClr val="9BBFC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47472" y="3822192"/>
            <a:ext cx="640080" cy="640080"/>
          </a:xfrm>
          <a:prstGeom prst="ellipse">
            <a:avLst/>
          </a:prstGeom>
          <a:solidFill>
            <a:srgbClr val="061320"/>
          </a:solidFill>
          <a:ln w="12700">
            <a:solidFill>
              <a:srgbClr val="9BBFC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77056"/>
            <a:ext cx="512064" cy="51206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43000" y="36941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配信ログ閲覧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143000" y="40416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実行時刻・状態・送信結果を一覧表示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5秒自動更新で最新状態をリアルタイム確認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4590288" y="3602736"/>
            <a:ext cx="4206240" cy="1097280"/>
          </a:xfrm>
          <a:prstGeom prst="rect">
            <a:avLst/>
          </a:prstGeom>
          <a:solidFill>
            <a:srgbClr val="173247"/>
          </a:solidFill>
          <a:ln w="12700">
            <a:solidFill>
              <a:srgbClr val="2A4A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590288" y="3602736"/>
            <a:ext cx="64008" cy="1097280"/>
          </a:xfrm>
          <a:prstGeom prst="rect">
            <a:avLst/>
          </a:prstGeom>
          <a:solidFill>
            <a:srgbClr val="FF7C9F"/>
          </a:solidFill>
          <a:ln w="12700">
            <a:solidFill>
              <a:srgbClr val="FF7C9F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754880" y="3822192"/>
            <a:ext cx="640080" cy="640080"/>
          </a:xfrm>
          <a:prstGeom prst="ellipse">
            <a:avLst/>
          </a:prstGeom>
          <a:solidFill>
            <a:srgbClr val="061320"/>
          </a:solidFill>
          <a:ln w="12700">
            <a:solidFill>
              <a:srgbClr val="FF7C9F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877056"/>
            <a:ext cx="512064" cy="51206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550408" y="36941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セキュリティ管理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5550408" y="40416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管理者トークンをBCryptハッシュ化保存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Actionsで自動シークレット検査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ノーコードで運用可能  ·  管理URLに直アクセスするだけ  ·  ブラウザのみで全設定が完結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1A7A42">
              <a:alpha val="40000"/>
            </a:srgbClr>
          </a:solidFill>
          <a:ln w="12700">
            <a:solidFill>
              <a:srgbClr val="1A7A4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E4A66">
              <a:alpha val="45000"/>
            </a:srgbClr>
          </a:solidFill>
          <a:ln w="12700">
            <a:solidFill>
              <a:srgbClr val="0E4A6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導入効果とまとめ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1772" y="1097280"/>
            <a:ext cx="2606040" cy="1691640"/>
          </a:xfrm>
          <a:prstGeom prst="rect">
            <a:avLst/>
          </a:prstGeom>
          <a:solidFill>
            <a:srgbClr val="173247"/>
          </a:solidFill>
          <a:ln w="12700">
            <a:solidFill>
              <a:srgbClr val="06C7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" y="1188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0件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61772" y="1874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連絡の見落とし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" y="22219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AIが重要情報を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自動抽出・配信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8980" y="1097280"/>
            <a:ext cx="2606040" cy="1691640"/>
          </a:xfrm>
          <a:prstGeom prst="rect">
            <a:avLst/>
          </a:prstGeom>
          <a:solidFill>
            <a:srgbClr val="173247"/>
          </a:solidFill>
          <a:ln w="12700">
            <a:solidFill>
              <a:srgbClr val="06C7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8980" y="1188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68980" y="1874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カレンダー登録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68980" y="22219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AI+ルールで予定を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自動検出・登録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6188" y="1097280"/>
            <a:ext cx="2606040" cy="1691640"/>
          </a:xfrm>
          <a:prstGeom prst="rect">
            <a:avLst/>
          </a:prstGeom>
          <a:solidFill>
            <a:srgbClr val="173247"/>
          </a:solidFill>
          <a:ln w="12700">
            <a:solidFill>
              <a:srgbClr val="06C7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76188" y="1188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C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即答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076188" y="1874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情報照会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76188" y="22219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自然な言葉で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過去・未来の予定を取得</a:t>
            </a:r>
            <a:endParaRPr lang="en-US" sz="11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99232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04672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連絡の見落とし防止とチーム運用の効率化を同時に実現</a:t>
            </a:r>
            <a:endParaRPr lang="en-US" sz="14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0156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4672" y="33741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AIによる情報整理の自動化で、本来の業務に集中できる環境を提供</a:t>
            </a:r>
            <a:endParaRPr lang="en-US" sz="1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03904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4672" y="37764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ノーコードの管理画面でエンジニア不要・すぐに運用開始できる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20624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4672" y="4178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Deno Edge Functions で低コスト・高スケーラビリティ構成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Summary Console  —  LINEのやり取りをAIで自動整理・共有する業務支援アプリ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 Summary Console</dc:title>
  <dc:subject>PptxGenJS Presentation</dc:subject>
  <dc:creator>PptxGenJS</dc:creator>
  <cp:lastModifiedBy>PptxGenJS</cp:lastModifiedBy>
  <cp:revision>1</cp:revision>
  <dcterms:created xsi:type="dcterms:W3CDTF">2026-04-06T19:18:48Z</dcterms:created>
  <dcterms:modified xsi:type="dcterms:W3CDTF">2026-04-06T19:18:48Z</dcterms:modified>
</cp:coreProperties>
</file>